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690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51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5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63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2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5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4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2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7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7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1384" y="1616689"/>
            <a:ext cx="5830529" cy="658761"/>
          </a:xfrm>
        </p:spPr>
        <p:txBody>
          <a:bodyPr>
            <a:normAutofit fontScale="9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Apprenticeship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824" y="2703871"/>
            <a:ext cx="7919885" cy="3333852"/>
          </a:xfrm>
        </p:spPr>
        <p:txBody>
          <a:bodyPr>
            <a:normAutofit/>
          </a:bodyPr>
          <a:lstStyle/>
          <a:p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Computer Application (BCA)</a:t>
            </a:r>
          </a:p>
          <a:p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 Cloud Computing</a:t>
            </a:r>
          </a:p>
          <a:p>
            <a:pPr algn="l"/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l"/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Gohel Harsh R</a:t>
            </a:r>
          </a:p>
          <a:p>
            <a:pPr algn="l"/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Enrolment No: 1C2300204011003</a:t>
            </a:r>
          </a:p>
          <a:p>
            <a:pPr algn="l"/>
            <a:r>
              <a:rPr lang="en-IN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Kaushalya The Skill University</a:t>
            </a:r>
          </a:p>
        </p:txBody>
      </p:sp>
      <p:pic>
        <p:nvPicPr>
          <p:cNvPr id="4" name="Picture 3" descr="Sahana System Rights Issue 2024 Rights Issue Detail">
            <a:extLst>
              <a:ext uri="{FF2B5EF4-FFF2-40B4-BE49-F238E27FC236}">
                <a16:creationId xmlns:a16="http://schemas.microsoft.com/office/drawing/2014/main" id="{F2752FEB-7C90-3871-87EA-357D658E81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256" y="305556"/>
            <a:ext cx="2217314" cy="658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logo of a university&#10;&#10;AI-generated content may be incorrect.">
            <a:extLst>
              <a:ext uri="{FF2B5EF4-FFF2-40B4-BE49-F238E27FC236}">
                <a16:creationId xmlns:a16="http://schemas.microsoft.com/office/drawing/2014/main" id="{1FC17D8A-8627-1CAC-5A4F-7A9E1D816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58" y="138674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188" y="452718"/>
            <a:ext cx="7055380" cy="786147"/>
          </a:xfrm>
        </p:spPr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443325"/>
            <a:ext cx="6711654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Organization: Sahana System Limited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AI/ML Data Annotation Intern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2024–2025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Mr. Dikshan Shah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27147"/>
          </a:xfrm>
        </p:spPr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4" y="1482654"/>
            <a:ext cx="6711654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ML rely on high-quality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focused on transforming raw, unstructured documents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structured datasets for machine 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C533-3FA3-76B6-5D95-C40FA9EF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42098"/>
          </a:xfrm>
        </p:spPr>
        <p:txBody>
          <a:bodyPr>
            <a:noAutofit/>
          </a:bodyPr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64C9E-6FFC-6B52-5922-D6B3EB908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504285"/>
            <a:ext cx="6711654" cy="41954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 raw PDF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cleaning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to annotation platforms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annotation and labeling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correction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export for ML training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61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43463"/>
          </a:xfrm>
        </p:spPr>
        <p:txBody>
          <a:bodyPr>
            <a:normAutofit/>
          </a:bodyPr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31815"/>
            <a:ext cx="6711654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and managing raw PDF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Uploading documents for annotation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data annotation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Annotation verification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preparation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13966"/>
          </a:xfrm>
        </p:spPr>
        <p:txBody>
          <a:bodyPr>
            <a:normAutofit/>
          </a:bodyPr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12151"/>
            <a:ext cx="6711654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creation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Labeling text, tables, fields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 classification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SOP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36985"/>
          </a:xfrm>
        </p:spPr>
        <p:txBody>
          <a:bodyPr>
            <a:normAutofit/>
          </a:bodyPr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55" y="1423661"/>
            <a:ext cx="6711654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 Acrobat &amp; PDF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(Basics)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Storage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46817"/>
          </a:xfrm>
        </p:spPr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0050"/>
            <a:ext cx="8229600" cy="511523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annotation workflow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preparation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automation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to detail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36985"/>
          </a:xfrm>
        </p:spPr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87" y="1482654"/>
            <a:ext cx="6711654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Low-quality documents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new tools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72959"/>
          </a:xfrm>
        </p:spPr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747" y="1675388"/>
            <a:ext cx="6711654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apprenticeship provided real-world exposure to AI/ML workflows.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strengthened my technical foundation and professional skills.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85D9-6BDC-24DF-FC02-41D0C86E4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5" y="3008006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8514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54</TotalTime>
  <Words>232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Gill Sans MT</vt:lpstr>
      <vt:lpstr>Times New Roman</vt:lpstr>
      <vt:lpstr>Wingdings</vt:lpstr>
      <vt:lpstr>Parcel</vt:lpstr>
      <vt:lpstr>Industry Apprenticeship Report</vt:lpstr>
      <vt:lpstr>Internship Details</vt:lpstr>
      <vt:lpstr>Introduction</vt:lpstr>
      <vt:lpstr>Internship Workflow</vt:lpstr>
      <vt:lpstr>Role &amp; Responsibilities</vt:lpstr>
      <vt:lpstr>Manual Data Annotation</vt:lpstr>
      <vt:lpstr>Tools &amp; Technologies</vt:lpstr>
      <vt:lpstr>Skills Learned</vt:lpstr>
      <vt:lpstr>Challenges Faced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Rajendra</dc:creator>
  <cp:keywords/>
  <dc:description>generated using python-pptx</dc:description>
  <cp:lastModifiedBy>RAJENDRA GOHEL</cp:lastModifiedBy>
  <cp:revision>5</cp:revision>
  <dcterms:created xsi:type="dcterms:W3CDTF">2013-01-27T09:14:16Z</dcterms:created>
  <dcterms:modified xsi:type="dcterms:W3CDTF">2025-12-18T17:19:06Z</dcterms:modified>
  <cp:category/>
</cp:coreProperties>
</file>