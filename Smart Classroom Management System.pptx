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1" r:id="rId14"/>
    <p:sldId id="272" r:id="rId15"/>
    <p:sldId id="273" r:id="rId16"/>
    <p:sldId id="274" r:id="rId17"/>
    <p:sldId id="275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365" y="3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C72AC-79C0-4191-9545-D3ABA2FFDCF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CE902-0C36-4357-B1F6-ED066620F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CE902-0C36-4357-B1F6-ED066620F97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565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5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71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4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8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0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7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17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0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5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9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6781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87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55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96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86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52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475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8709" y="435076"/>
            <a:ext cx="6400800" cy="5051323"/>
          </a:xfrm>
        </p:spPr>
        <p:txBody>
          <a:bodyPr>
            <a:normAutofit/>
          </a:bodyPr>
          <a:lstStyle/>
          <a:p>
            <a:pPr algn="l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:- Gohel Harsh R</a:t>
            </a:r>
          </a:p>
          <a:p>
            <a:pPr algn="l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Name:- Minor Project</a:t>
            </a:r>
          </a:p>
          <a:p>
            <a:pPr algn="l"/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5 A               </a:t>
            </a:r>
          </a:p>
          <a:p>
            <a:pPr algn="l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No:- 1C2300204011003</a:t>
            </a:r>
          </a:p>
          <a:p>
            <a:pPr algn="l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- </a:t>
            </a:r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Classroom Management System</a:t>
            </a:r>
          </a:p>
          <a:p>
            <a:pPr algn="l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By:- Dr Parag Shukla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8EB36D-CAA0-2955-65E2-3332DEB60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80" y="0"/>
            <a:ext cx="1495634" cy="1548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30298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55" y="1183016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web-based classroom management system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using HTML, CSS, JavaScript, Local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features for both Teachers and Students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Teachers manage academic activities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access their academic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40087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000" y="1092805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Digitalize classroom management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manual work for teachers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transparency for students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Store and manage records in one system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access anytime, anywhere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for Teachers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020" y="1331259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students (add/view)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Mark and manage attendance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Upload assignments, notes, exams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timetable for BCA &amp; MCA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Publish fees structure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library books (issue &amp; return dates)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18650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171368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 attendance records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View/download assignments &amp; notes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 exam schedule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Access time table (BCA or MCA)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 fees details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Browse library books with issue/return 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00265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152983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Frontend: HTML, CSS, JavaScript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Database: Browser Local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Platform: Works in any modern browser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external server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193638"/>
            <a:ext cx="7055380" cy="648495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778" y="943423"/>
            <a:ext cx="6517244" cy="46648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Login/Register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Teacher or Student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Course selection (BCA / MCA)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Teacher → Manage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Student → View data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Stored in Local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Accessible only in same browser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Authentication (Login/Register)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Management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 Management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Assignments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Notes Upload/Download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Exam Management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Fees Management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 Table (BCA &amp; MCA)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to use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Saves paper and time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(role-based access)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Works offline with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to extend (add more modules later)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140" y="1077565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stored only in browser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real-time sync across devices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password encryption (basic only)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1016605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Connect with real database (MySQL/MongoDB)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email/SMS notification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Online assignment submission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Result/grade management system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app integration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59802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620" y="1112520"/>
            <a:ext cx="6711654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built a web-based classroom system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both teachers &amp; students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in digital classroom management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 be extended for real institutions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C961-581D-0905-161C-7F6CFA18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360538"/>
            <a:ext cx="6716190" cy="785233"/>
          </a:xfrm>
        </p:spPr>
        <p:txBody>
          <a:bodyPr/>
          <a:lstStyle/>
          <a:p>
            <a:r>
              <a:rPr lang="en-IN" sz="2800" b="1" dirty="0"/>
              <a:t>System Architecture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147EB-B162-DFA7-277B-B50FF6F6B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" y="1112154"/>
            <a:ext cx="6815454" cy="4805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/>
              <a:t>Frontend Layer 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structure,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styling, 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dynamic behaviour.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Layer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handles form validation, role-based access, navigation, and business logic.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Layer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store user data, attendance records, assignments, exams, library records, and payment details.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80721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4F6F-8B8A-981B-9B03-74D08BA8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68946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Roles and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3D51D-CB8B-3AB0-214F-EAF7EFD98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121664"/>
            <a:ext cx="6711654" cy="5522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Role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securely using credentials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and manage student records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and update attendance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assignments and notes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exams and manage timetable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and publish fee structure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library book issue and return records</a:t>
            </a:r>
          </a:p>
        </p:txBody>
      </p:sp>
    </p:spTree>
    <p:extLst>
      <p:ext uri="{BB962C8B-B14F-4D97-AF65-F5344CB8AC3E}">
        <p14:creationId xmlns:p14="http://schemas.microsoft.com/office/powerpoint/2010/main" val="624152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BC2A8-C4F2-84C7-DF0C-DD77B7D8F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841249"/>
            <a:ext cx="6711654" cy="54071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Role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access personal dashboard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attendance records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assignments and notes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exam schedules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timetable (BCA/MCA)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and pay fees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library book details and issue status</a:t>
            </a: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485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1CB1-B7B4-B77B-9E0E-E49233B68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78674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78D98-643A-4B29-FD0A-4924115CC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438657"/>
            <a:ext cx="6711654" cy="480975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authentication (Teacher / Student)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access to teacher-only modules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isolation using browser storage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handling using current user tracking</a:t>
            </a:r>
          </a:p>
          <a:p>
            <a:pPr marL="0" indent="0"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(Note: Password encryption can be improved in future versions)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766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FF77-D047-5317-F79E-8A1F4FA46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88402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Validation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43A322-4E18-25FC-ACE3-32B1610174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710" y="1193878"/>
            <a:ext cx="666458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on modern browsers (Chrome, Edge)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 validation implemented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verified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persistence tested using Local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navigation tested for smooth workflow</a:t>
            </a:r>
          </a:p>
        </p:txBody>
      </p:sp>
    </p:spTree>
    <p:extLst>
      <p:ext uri="{BB962C8B-B14F-4D97-AF65-F5344CB8AC3E}">
        <p14:creationId xmlns:p14="http://schemas.microsoft.com/office/powerpoint/2010/main" val="2913207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198</TotalTime>
  <Words>625</Words>
  <Application>Microsoft Office PowerPoint</Application>
  <PresentationFormat>On-screen Show (4:3)</PresentationFormat>
  <Paragraphs>113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Times New Roman</vt:lpstr>
      <vt:lpstr>Wingdings 3</vt:lpstr>
      <vt:lpstr>Ion</vt:lpstr>
      <vt:lpstr>PowerPoint Presentation</vt:lpstr>
      <vt:lpstr>Introduction</vt:lpstr>
      <vt:lpstr>Objectives</vt:lpstr>
      <vt:lpstr>Features for Teachers</vt:lpstr>
      <vt:lpstr>Features for Students</vt:lpstr>
      <vt:lpstr>Technology Used</vt:lpstr>
      <vt:lpstr>System Workflow</vt:lpstr>
      <vt:lpstr>Modules Overview</vt:lpstr>
      <vt:lpstr>Advantages</vt:lpstr>
      <vt:lpstr>Limitations</vt:lpstr>
      <vt:lpstr>Future Scope</vt:lpstr>
      <vt:lpstr>Conclusion</vt:lpstr>
      <vt:lpstr>System Architecture </vt:lpstr>
      <vt:lpstr>User Roles and Responsibilities</vt:lpstr>
      <vt:lpstr>PowerPoint Presentation</vt:lpstr>
      <vt:lpstr>Security Features</vt:lpstr>
      <vt:lpstr>Testing and Validation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Rajendra</dc:creator>
  <cp:keywords/>
  <dc:description>generated using python-pptx</dc:description>
  <cp:lastModifiedBy>RAJENDRA GOHEL</cp:lastModifiedBy>
  <cp:revision>12</cp:revision>
  <dcterms:created xsi:type="dcterms:W3CDTF">2013-01-27T09:14:16Z</dcterms:created>
  <dcterms:modified xsi:type="dcterms:W3CDTF">2025-12-16T16:01:20Z</dcterms:modified>
  <cp:category/>
</cp:coreProperties>
</file>