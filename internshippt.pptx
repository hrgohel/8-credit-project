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5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12/18/2025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6999" y="1260725"/>
            <a:ext cx="6253317" cy="2319029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Apprenticeship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1690737"/>
          </a:xfrm>
        </p:spPr>
        <p:txBody>
          <a:bodyPr>
            <a:noAutofit/>
          </a:bodyPr>
          <a:lstStyle/>
          <a:p>
            <a:r>
              <a:rPr lang="en-US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Gohel Harsh</a:t>
            </a:r>
          </a:p>
          <a:p>
            <a:r>
              <a:rPr lang="en-US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Enrollment. No.:1C2300204011003</a:t>
            </a:r>
          </a:p>
          <a:p>
            <a:r>
              <a:rPr lang="en-US" cap="none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Name: Dr. Dikshan Shah</a:t>
            </a: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logo of a university&#10;&#10;AI-generated content may be incorrect.">
            <a:extLst>
              <a:ext uri="{FF2B5EF4-FFF2-40B4-BE49-F238E27FC236}">
                <a16:creationId xmlns:a16="http://schemas.microsoft.com/office/drawing/2014/main" id="{0B85E912-402C-C2CD-64F6-741BB9E1F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3366" y="96963"/>
            <a:ext cx="1295400" cy="10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Sahana System Rights Issue 2024 Rights Issue Detail">
            <a:extLst>
              <a:ext uri="{FF2B5EF4-FFF2-40B4-BE49-F238E27FC236}">
                <a16:creationId xmlns:a16="http://schemas.microsoft.com/office/drawing/2014/main" id="{441D358B-E338-2DC0-0135-6C7FBD9BE79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4087" y="235440"/>
            <a:ext cx="1641475" cy="487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1C5CE-F593-AD94-27DA-61EFB103A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89239"/>
            <a:ext cx="10058400" cy="14507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2BC92-B1A3-736B-94A5-E6F949208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Sahana System Limited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it-IT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it-IT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AI/ML Data Annotation Intern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Industry-oriented apprenticeship program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2025–2026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098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A0746-2400-FF6B-B55C-F40C2CFC58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9DA77-0734-F414-7B3F-07609B72B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ML systems depend on high-quality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is the foundation of ML models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focused on real-world document annotation workflows</a:t>
            </a:r>
          </a:p>
        </p:txBody>
      </p:sp>
    </p:spTree>
    <p:extLst>
      <p:ext uri="{BB962C8B-B14F-4D97-AF65-F5344CB8AC3E}">
        <p14:creationId xmlns:p14="http://schemas.microsoft.com/office/powerpoint/2010/main" val="1449663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7F55-7EF5-A0C7-DF1D-91B329BD4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79BE27-CB2E-E592-D018-62BA4F968F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 annotation lifecycle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real industry datasets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professional AI tools and SOPs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and professional skills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5908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1D56D-8885-6694-89E2-3E0E6295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F2412-D026-2737-5B81-5F69FDF114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Downloading and managing raw data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documents for annotation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annotation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Verification and quality checking</a:t>
            </a:r>
          </a:p>
        </p:txBody>
      </p:sp>
    </p:spTree>
    <p:extLst>
      <p:ext uri="{BB962C8B-B14F-4D97-AF65-F5344CB8AC3E}">
        <p14:creationId xmlns:p14="http://schemas.microsoft.com/office/powerpoint/2010/main" val="4033176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CB42A-7972-03F0-36FC-C2058EAD2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Raw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7FDADA-7E44-6878-E1BB-7E3E56FCF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547740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raw PDF documents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and clarity checks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missing or corrupted files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Organizing data using folder structure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3CD5EC-34BD-58AB-8770-99814C2AF8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767" y="3543301"/>
            <a:ext cx="5731510" cy="157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4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6BA7F-5749-2225-B171-4BC4EBA6F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Documents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A6F6DE-A63F-2A6B-0926-FD800EAD7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725022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 PDFs to internal tools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PDFs to images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 multi-page documents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Updating task status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E3E574-FED7-76CF-FBA3-60F82B3579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2302" y="3429000"/>
            <a:ext cx="5731510" cy="166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339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3E54-2E9C-828D-F84A-5A92AF59E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Data Annotation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CDC9E-061D-9490-B5FC-EA6BDC5C93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650377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Drawing bounding boxes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Labeling text, tables, headings, fields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classification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 SOP guidelines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5B2F8A-51BF-C45A-E3E0-6159307BC9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5453" y="2708697"/>
            <a:ext cx="5731510" cy="3160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622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D016C-8D6D-857A-DA25-51E607AC9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 Verification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40416-9E71-7569-9369-FFBD49D4A0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435773" cy="376089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Checking label accuracy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Correcting annotation errors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overlaps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Improving dataset quality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8A7DCF-CFC6-D3C9-049C-361BA5E6B2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478" y="3047618"/>
            <a:ext cx="5731510" cy="261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728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59502-7E34-6604-FD6B-B67EA893D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D8C-3BED-408D-100A-53F07F2DD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management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&amp; AI-assisted annotation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Exporting datasets (YOLO, COCO, CSV)</a:t>
            </a:r>
          </a:p>
        </p:txBody>
      </p:sp>
    </p:spTree>
    <p:extLst>
      <p:ext uri="{BB962C8B-B14F-4D97-AF65-F5344CB8AC3E}">
        <p14:creationId xmlns:p14="http://schemas.microsoft.com/office/powerpoint/2010/main" val="36702559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66AB7-1DBD-EC48-D2E1-44428D523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Technologies Used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30D37-1B17-55A7-1F4E-5A39FA31F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Roboflow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Adobe Acrobat &amp; PDF tools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(basic automation)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Drive, OneDrive</a:t>
            </a:r>
          </a:p>
        </p:txBody>
      </p:sp>
    </p:spTree>
    <p:extLst>
      <p:ext uri="{BB962C8B-B14F-4D97-AF65-F5344CB8AC3E}">
        <p14:creationId xmlns:p14="http://schemas.microsoft.com/office/powerpoint/2010/main" val="21786727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C8BE-A537-F536-1856-899D0DAA5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Learned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34001-C982-C05F-2E5A-51CB00413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968242"/>
            <a:ext cx="10058400" cy="4535195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Skills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annotation workflow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preparation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verification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 Skills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Attention to detail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communication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2198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C1DD-9EEB-CFF4-591D-8F49A53B43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9A43F-8D4E-A787-5766-AF88DE1A4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Low-quality documents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volumes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new tools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speed with accuracy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03434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A3E8C-6AE7-51F3-675E-166EF62AA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380626-A24D-C326-0384-88E86F38A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real-world AI/ML exposure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importance of data quality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technical and professional skills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foundation for future career</a:t>
            </a:r>
          </a:p>
          <a:p>
            <a:pPr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4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892168"/>
          </a:xfrm>
        </p:spPr>
        <p:txBody>
          <a:bodyPr anchor="ctr">
            <a:normAutofit/>
          </a:bodyPr>
          <a:lstStyle/>
          <a:p>
            <a:pPr lvl="0"/>
            <a:r>
              <a:rPr lang="en-US" sz="4700" i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-</a:t>
            </a:r>
            <a:r>
              <a:rPr lang="en-US" cap="none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Gohel Harsh R</a:t>
            </a:r>
            <a:endParaRPr lang="en-US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{263B4133-8983-4D1B-B620-0FFE7AEAC0A6}TFf0a5ceae-4542-492d-822e-d65a94fb0e1e3b562c5a_win32-009a0557e699</Template>
  <TotalTime>53</TotalTime>
  <Words>275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Bookman Old Style</vt:lpstr>
      <vt:lpstr>Calibri</vt:lpstr>
      <vt:lpstr>Franklin Gothic Book</vt:lpstr>
      <vt:lpstr>Times New Roman</vt:lpstr>
      <vt:lpstr>Wingdings</vt:lpstr>
      <vt:lpstr>Custom</vt:lpstr>
      <vt:lpstr>Industry Apprenticeship Report</vt:lpstr>
      <vt:lpstr>Internship Overview</vt:lpstr>
      <vt:lpstr>Introduction</vt:lpstr>
      <vt:lpstr>Internship Objectives</vt:lpstr>
      <vt:lpstr>Internship Role</vt:lpstr>
      <vt:lpstr>Managing Raw Data</vt:lpstr>
      <vt:lpstr>Uploading Documents</vt:lpstr>
      <vt:lpstr>Manual Data Annotation</vt:lpstr>
      <vt:lpstr>Annotation Verification</vt:lpstr>
      <vt:lpstr>Using Roboflow</vt:lpstr>
      <vt:lpstr>Tools &amp; Technologies Used</vt:lpstr>
      <vt:lpstr>Skills Learned</vt:lpstr>
      <vt:lpstr>Challenges Faced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Mukti Parmar</dc:creator>
  <cp:lastModifiedBy>RAJENDRA GOHEL</cp:lastModifiedBy>
  <cp:revision>3</cp:revision>
  <dcterms:created xsi:type="dcterms:W3CDTF">2025-12-19T05:07:59Z</dcterms:created>
  <dcterms:modified xsi:type="dcterms:W3CDTF">2025-12-18T17:42:55Z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